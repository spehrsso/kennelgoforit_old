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04" d="100"/>
          <a:sy n="104" d="100"/>
        </p:scale>
        <p:origin x="144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477C3B6-D2CD-F261-A54C-2CE46158C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0E55F2B-F1A1-D330-B2DB-DFB583354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D9E1DA9-7C3D-971D-0AA2-49AA8C00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75E-592E-0A4C-B214-6652636433D2}" type="datetimeFigureOut">
              <a:rPr lang="en-US" smtClean="0"/>
              <a:t>1/25/24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841D1C7-D950-AEF2-FEB4-FC404F47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28C4159-25CC-663D-1309-17D3239D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9E7F-BEE5-6B47-AAFC-C7125D576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0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0746DCF-B116-2E25-962D-A8CAFC3B0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2BAC9BE-C431-F2A3-20B9-9EABBF1B2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1F24E34-30D8-7FC2-531B-35D433213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75E-592E-0A4C-B214-6652636433D2}" type="datetimeFigureOut">
              <a:rPr lang="en-US" smtClean="0"/>
              <a:t>1/25/24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CAD72C0-0515-5BBF-56E4-BE62A9A1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9617937-90E3-452D-F06C-2F1CFF72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9E7F-BEE5-6B47-AAFC-C7125D576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1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0685E14-DB7F-23A4-2EAB-8802ECC06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C0AA2D7-BEFF-B945-44D9-470A258F3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C493D65-4582-AD62-0EB6-D74A353E4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75E-592E-0A4C-B214-6652636433D2}" type="datetimeFigureOut">
              <a:rPr lang="en-US" smtClean="0"/>
              <a:t>1/25/24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815DDCF-14E0-8F22-EE4F-EC2339D95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B06820D-4433-4586-0163-02B8A6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9E7F-BEE5-6B47-AAFC-C7125D576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9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3642937-361D-84D1-57AC-F16A6674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6190D72-78CC-DEE4-3542-A48AD3381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420E47C4-2E13-2A94-4B0C-80A715645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4AE528DB-C5A1-CCDF-7EC8-F1140654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75E-592E-0A4C-B214-6652636433D2}" type="datetimeFigureOut">
              <a:rPr lang="en-US" smtClean="0"/>
              <a:t>1/25/24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BF05036C-A65A-BC55-862E-0CC719412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FA0B44A-AD47-BE9D-8820-10C5CF17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9E7F-BEE5-6B47-AAFC-C7125D576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87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19EEF42-9AC9-6781-4BA6-1F7B909C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EB639C2-E540-4EB6-1AE6-90DA2FD6B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99F37DE9-C3CD-F1EB-2E85-E7C2BE006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D3E2D2C0-1983-3966-B3AB-58A93CAF5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71F13A89-11E1-605D-6A81-E644247A7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CB3F2592-91FE-F34A-3CDA-DBB474F4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75E-592E-0A4C-B214-6652636433D2}" type="datetimeFigureOut">
              <a:rPr lang="en-US" smtClean="0"/>
              <a:t>1/25/24</a:t>
            </a:fld>
            <a:endParaRPr lang="en-US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54A1F65A-62D6-9E00-97F8-35F4EC22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6B1CDB1D-BD57-DED0-7852-9E8FAB68C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9E7F-BEE5-6B47-AAFC-C7125D576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156D51D-5955-9BEF-87C0-D0DB84A0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B7B43D7F-DA18-0D84-FD79-9CD41533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75E-592E-0A4C-B214-6652636433D2}" type="datetimeFigureOut">
              <a:rPr lang="en-US" smtClean="0"/>
              <a:t>1/25/24</a:t>
            </a:fld>
            <a:endParaRPr lang="en-US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30F3FCA-64A9-322D-0541-E3568D5E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7F2AFAE-1F81-066D-8CD2-E46356E8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9E7F-BEE5-6B47-AAFC-C7125D576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0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1010CCFB-5299-8627-F882-2969F7B70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75E-592E-0A4C-B214-6652636433D2}" type="datetimeFigureOut">
              <a:rPr lang="en-US" smtClean="0"/>
              <a:t>1/25/24</a:t>
            </a:fld>
            <a:endParaRPr lang="en-US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4E344078-EE21-821C-54BF-66975F87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24EE97F-455A-23BD-ABC8-AF89D7262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9E7F-BEE5-6B47-AAFC-C7125D576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44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31C727E-9060-4238-8A9E-92801D27D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1C35212-FCC2-B0E6-EC17-2F6B2DACA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EBF2E880-DC8D-CB9A-782A-022A70525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4FC9ACEF-6D3C-602B-6B99-B2D4A4E73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75E-592E-0A4C-B214-6652636433D2}" type="datetimeFigureOut">
              <a:rPr lang="en-US" smtClean="0"/>
              <a:t>1/25/24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08AD8B31-5BC5-6D8B-0147-2A07F75F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6F1E874B-E9D9-672A-3404-E02D9A7ED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9E7F-BEE5-6B47-AAFC-C7125D576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3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C10F3AB-EF57-3838-07C2-5958F1CE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02CDE3B2-85FD-9D1B-2754-B595856D4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032E6749-D353-ECCC-C9C8-CA5FCE685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ADE511D6-3BF1-51EE-9FFC-7BBBC14D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75E-592E-0A4C-B214-6652636433D2}" type="datetimeFigureOut">
              <a:rPr lang="en-US" smtClean="0"/>
              <a:t>1/25/24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C0A8BFF-ED4C-CEF6-E865-E78E9E4DC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F6C69F64-49AC-2785-615D-221B75D3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9E7F-BEE5-6B47-AAFC-C7125D576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77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62D0D74-0F88-E8C9-CC9B-7C69D746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3CF384C7-13DA-8042-82A4-D285FD99C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DCC13D6-CDCC-7E2A-AB9F-F0E7EF064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75E-592E-0A4C-B214-6652636433D2}" type="datetimeFigureOut">
              <a:rPr lang="en-US" smtClean="0"/>
              <a:t>1/25/24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C625C1C-2AC1-A2E3-6551-86D469D4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6C815C0-180E-33D1-892E-42485701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9E7F-BEE5-6B47-AAFC-C7125D576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23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D03CD09F-D821-8393-ED3B-9A586A93D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262EA334-2589-02B5-9F99-69C1FC287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D3DC41B-D58E-9F08-526C-A1F38E1B0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E75E-592E-0A4C-B214-6652636433D2}" type="datetimeFigureOut">
              <a:rPr lang="en-US" smtClean="0"/>
              <a:t>1/25/24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BDB130A-C593-E4D1-C714-002D1D23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1F0BF2A-2C52-C185-CCA0-7CA6CF96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9E7F-BEE5-6B47-AAFC-C7125D576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0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A37281A-CE75-49C9-74C0-42D84F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4C61A18-2DAC-651B-1B6A-9A3791486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F111F8C-E5B8-3FA0-B10C-7E5CA6D654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9E75E-592E-0A4C-B214-6652636433D2}" type="datetimeFigureOut">
              <a:rPr lang="en-US" smtClean="0"/>
              <a:t>1/25/24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43DDEF4-2DF6-4FAB-F028-DE0131F26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4685264-208C-AD8F-FF54-73E7A943F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59E7F-BEE5-6B47-AAFC-C7125D576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7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BAB46FCD-0E32-CC31-9C5C-A8274E70CF7E}"/>
              </a:ext>
            </a:extLst>
          </p:cNvPr>
          <p:cNvSpPr/>
          <p:nvPr/>
        </p:nvSpPr>
        <p:spPr>
          <a:xfrm>
            <a:off x="516924" y="1099751"/>
            <a:ext cx="11158152" cy="46584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Rak 5">
            <a:extLst>
              <a:ext uri="{FF2B5EF4-FFF2-40B4-BE49-F238E27FC236}">
                <a16:creationId xmlns:a16="http://schemas.microsoft.com/office/drawing/2014/main" id="{D3D79B26-4AE7-9B34-5EB5-C7632BCA799E}"/>
              </a:ext>
            </a:extLst>
          </p:cNvPr>
          <p:cNvCxnSpPr>
            <a:cxnSpLocks/>
          </p:cNvCxnSpPr>
          <p:nvPr/>
        </p:nvCxnSpPr>
        <p:spPr>
          <a:xfrm>
            <a:off x="4246179" y="1099750"/>
            <a:ext cx="0" cy="46584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Rak 7">
            <a:extLst>
              <a:ext uri="{FF2B5EF4-FFF2-40B4-BE49-F238E27FC236}">
                <a16:creationId xmlns:a16="http://schemas.microsoft.com/office/drawing/2014/main" id="{E7FEF280-E134-9A9F-875C-1D83FA348BCF}"/>
              </a:ext>
            </a:extLst>
          </p:cNvPr>
          <p:cNvCxnSpPr>
            <a:cxnSpLocks/>
          </p:cNvCxnSpPr>
          <p:nvPr/>
        </p:nvCxnSpPr>
        <p:spPr>
          <a:xfrm>
            <a:off x="8087710" y="1099751"/>
            <a:ext cx="0" cy="46584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Rak 9">
            <a:extLst>
              <a:ext uri="{FF2B5EF4-FFF2-40B4-BE49-F238E27FC236}">
                <a16:creationId xmlns:a16="http://schemas.microsoft.com/office/drawing/2014/main" id="{01EB606B-F2CD-A717-8831-2F50F4C94301}"/>
              </a:ext>
            </a:extLst>
          </p:cNvPr>
          <p:cNvCxnSpPr/>
          <p:nvPr/>
        </p:nvCxnSpPr>
        <p:spPr>
          <a:xfrm>
            <a:off x="4246179" y="3428998"/>
            <a:ext cx="38415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Rak 10">
            <a:extLst>
              <a:ext uri="{FF2B5EF4-FFF2-40B4-BE49-F238E27FC236}">
                <a16:creationId xmlns:a16="http://schemas.microsoft.com/office/drawing/2014/main" id="{74702E74-DB0C-A330-F4B8-234CB9BCE103}"/>
              </a:ext>
            </a:extLst>
          </p:cNvPr>
          <p:cNvCxnSpPr>
            <a:cxnSpLocks/>
          </p:cNvCxnSpPr>
          <p:nvPr/>
        </p:nvCxnSpPr>
        <p:spPr>
          <a:xfrm>
            <a:off x="8087710" y="2284441"/>
            <a:ext cx="3587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Rak 11">
            <a:extLst>
              <a:ext uri="{FF2B5EF4-FFF2-40B4-BE49-F238E27FC236}">
                <a16:creationId xmlns:a16="http://schemas.microsoft.com/office/drawing/2014/main" id="{DB95F096-0BDC-30A5-808D-C96678606C39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8087710" y="3428998"/>
            <a:ext cx="3587366" cy="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Rak 14">
            <a:extLst>
              <a:ext uri="{FF2B5EF4-FFF2-40B4-BE49-F238E27FC236}">
                <a16:creationId xmlns:a16="http://schemas.microsoft.com/office/drawing/2014/main" id="{1AA27CCB-0552-8275-5D46-DF0F52781C7A}"/>
              </a:ext>
            </a:extLst>
          </p:cNvPr>
          <p:cNvCxnSpPr>
            <a:cxnSpLocks/>
          </p:cNvCxnSpPr>
          <p:nvPr/>
        </p:nvCxnSpPr>
        <p:spPr>
          <a:xfrm>
            <a:off x="8087710" y="4649478"/>
            <a:ext cx="35873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ruta 16">
            <a:extLst>
              <a:ext uri="{FF2B5EF4-FFF2-40B4-BE49-F238E27FC236}">
                <a16:creationId xmlns:a16="http://schemas.microsoft.com/office/drawing/2014/main" id="{563E0678-48C1-8E1E-6F8D-86322FC55A8D}"/>
              </a:ext>
            </a:extLst>
          </p:cNvPr>
          <p:cNvSpPr txBox="1"/>
          <p:nvPr/>
        </p:nvSpPr>
        <p:spPr>
          <a:xfrm>
            <a:off x="1717589" y="3244332"/>
            <a:ext cx="939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</a:t>
            </a:r>
            <a:r>
              <a:rPr lang="en-US" dirty="0" err="1"/>
              <a:t>Kullen</a:t>
            </a:r>
            <a:endParaRPr lang="en-US" dirty="0"/>
          </a:p>
        </p:txBody>
      </p:sp>
      <p:sp>
        <p:nvSpPr>
          <p:cNvPr id="18" name="textruta 17">
            <a:extLst>
              <a:ext uri="{FF2B5EF4-FFF2-40B4-BE49-F238E27FC236}">
                <a16:creationId xmlns:a16="http://schemas.microsoft.com/office/drawing/2014/main" id="{FC9FF776-B194-2D17-79C3-E4BC0ACD1849}"/>
              </a:ext>
            </a:extLst>
          </p:cNvPr>
          <p:cNvSpPr txBox="1"/>
          <p:nvPr/>
        </p:nvSpPr>
        <p:spPr>
          <a:xfrm>
            <a:off x="4845429" y="2099775"/>
            <a:ext cx="2643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Soft </a:t>
            </a:r>
            <a:r>
              <a:rPr lang="en-US" dirty="0" err="1"/>
              <a:t>Goulds</a:t>
            </a:r>
            <a:r>
              <a:rPr lang="en-US" dirty="0"/>
              <a:t> Sweet Yamato</a:t>
            </a:r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B9D0FCDD-CCA5-D2E8-0B15-A62A49023468}"/>
              </a:ext>
            </a:extLst>
          </p:cNvPr>
          <p:cNvSpPr txBox="1"/>
          <p:nvPr/>
        </p:nvSpPr>
        <p:spPr>
          <a:xfrm>
            <a:off x="5416935" y="1802709"/>
            <a:ext cx="12458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SE10124/2015</a:t>
            </a:r>
          </a:p>
        </p:txBody>
      </p:sp>
      <p:sp>
        <p:nvSpPr>
          <p:cNvPr id="20" name="textruta 19">
            <a:extLst>
              <a:ext uri="{FF2B5EF4-FFF2-40B4-BE49-F238E27FC236}">
                <a16:creationId xmlns:a16="http://schemas.microsoft.com/office/drawing/2014/main" id="{90205B02-2C87-6D86-D4D6-E27C2F0F699E}"/>
              </a:ext>
            </a:extLst>
          </p:cNvPr>
          <p:cNvSpPr txBox="1"/>
          <p:nvPr/>
        </p:nvSpPr>
        <p:spPr>
          <a:xfrm>
            <a:off x="5506469" y="4131956"/>
            <a:ext cx="12458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SE44129/2019</a:t>
            </a:r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19999A64-1735-2360-D027-F59BE12F7F20}"/>
              </a:ext>
            </a:extLst>
          </p:cNvPr>
          <p:cNvSpPr txBox="1"/>
          <p:nvPr/>
        </p:nvSpPr>
        <p:spPr>
          <a:xfrm>
            <a:off x="5080369" y="4398842"/>
            <a:ext cx="2031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Goforit Quelle Belle</a:t>
            </a:r>
          </a:p>
        </p:txBody>
      </p:sp>
      <p:sp>
        <p:nvSpPr>
          <p:cNvPr id="23" name="textruta 22">
            <a:extLst>
              <a:ext uri="{FF2B5EF4-FFF2-40B4-BE49-F238E27FC236}">
                <a16:creationId xmlns:a16="http://schemas.microsoft.com/office/drawing/2014/main" id="{15344690-B06D-4994-E636-A7D95F993635}"/>
              </a:ext>
            </a:extLst>
          </p:cNvPr>
          <p:cNvSpPr txBox="1"/>
          <p:nvPr/>
        </p:nvSpPr>
        <p:spPr>
          <a:xfrm>
            <a:off x="8874483" y="1679632"/>
            <a:ext cx="2013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Goforit Check Mate</a:t>
            </a:r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E45B7248-0660-B35E-F5A2-7F0D6B7F6A8E}"/>
              </a:ext>
            </a:extLst>
          </p:cNvPr>
          <p:cNvSpPr txBox="1"/>
          <p:nvPr/>
        </p:nvSpPr>
        <p:spPr>
          <a:xfrm>
            <a:off x="9298537" y="1407754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S13794/2007</a:t>
            </a:r>
          </a:p>
        </p:txBody>
      </p:sp>
      <p:sp>
        <p:nvSpPr>
          <p:cNvPr id="25" name="textruta 24">
            <a:extLst>
              <a:ext uri="{FF2B5EF4-FFF2-40B4-BE49-F238E27FC236}">
                <a16:creationId xmlns:a16="http://schemas.microsoft.com/office/drawing/2014/main" id="{E5B88662-8681-15A7-2978-E60BA6918060}"/>
              </a:ext>
            </a:extLst>
          </p:cNvPr>
          <p:cNvSpPr txBox="1"/>
          <p:nvPr/>
        </p:nvSpPr>
        <p:spPr>
          <a:xfrm>
            <a:off x="8213661" y="2847490"/>
            <a:ext cx="3335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Soft </a:t>
            </a:r>
            <a:r>
              <a:rPr lang="en-US" dirty="0" err="1"/>
              <a:t>Goulds</a:t>
            </a:r>
            <a:r>
              <a:rPr lang="en-US" dirty="0"/>
              <a:t> Sweet up and coming</a:t>
            </a:r>
          </a:p>
        </p:txBody>
      </p:sp>
      <p:sp>
        <p:nvSpPr>
          <p:cNvPr id="26" name="textruta 25">
            <a:extLst>
              <a:ext uri="{FF2B5EF4-FFF2-40B4-BE49-F238E27FC236}">
                <a16:creationId xmlns:a16="http://schemas.microsoft.com/office/drawing/2014/main" id="{E5F9B6F4-ABCC-DFAF-102A-576514C43CD7}"/>
              </a:ext>
            </a:extLst>
          </p:cNvPr>
          <p:cNvSpPr txBox="1"/>
          <p:nvPr/>
        </p:nvSpPr>
        <p:spPr>
          <a:xfrm>
            <a:off x="9298537" y="2628232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S54879/2009</a:t>
            </a:r>
          </a:p>
        </p:txBody>
      </p:sp>
      <p:sp>
        <p:nvSpPr>
          <p:cNvPr id="27" name="textruta 26">
            <a:extLst>
              <a:ext uri="{FF2B5EF4-FFF2-40B4-BE49-F238E27FC236}">
                <a16:creationId xmlns:a16="http://schemas.microsoft.com/office/drawing/2014/main" id="{D4C2344F-C870-4BEF-AEFC-04577A7D86EE}"/>
              </a:ext>
            </a:extLst>
          </p:cNvPr>
          <p:cNvSpPr txBox="1"/>
          <p:nvPr/>
        </p:nvSpPr>
        <p:spPr>
          <a:xfrm>
            <a:off x="8728463" y="3971821"/>
            <a:ext cx="231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Goforit Limited Edition</a:t>
            </a:r>
          </a:p>
        </p:txBody>
      </p:sp>
      <p:sp>
        <p:nvSpPr>
          <p:cNvPr id="28" name="textruta 27">
            <a:extLst>
              <a:ext uri="{FF2B5EF4-FFF2-40B4-BE49-F238E27FC236}">
                <a16:creationId xmlns:a16="http://schemas.microsoft.com/office/drawing/2014/main" id="{FC7520D1-745D-8DD6-3F7C-9C93658FCCEE}"/>
              </a:ext>
            </a:extLst>
          </p:cNvPr>
          <p:cNvSpPr txBox="1"/>
          <p:nvPr/>
        </p:nvSpPr>
        <p:spPr>
          <a:xfrm>
            <a:off x="9295039" y="3714391"/>
            <a:ext cx="12458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SE34918/2015</a:t>
            </a:r>
          </a:p>
        </p:txBody>
      </p:sp>
      <p:sp>
        <p:nvSpPr>
          <p:cNvPr id="29" name="textruta 28">
            <a:extLst>
              <a:ext uri="{FF2B5EF4-FFF2-40B4-BE49-F238E27FC236}">
                <a16:creationId xmlns:a16="http://schemas.microsoft.com/office/drawing/2014/main" id="{21E7945C-BE7C-CFF3-636D-B2F2C057EE8A}"/>
              </a:ext>
            </a:extLst>
          </p:cNvPr>
          <p:cNvSpPr txBox="1"/>
          <p:nvPr/>
        </p:nvSpPr>
        <p:spPr>
          <a:xfrm>
            <a:off x="8996164" y="5094187"/>
            <a:ext cx="2044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Goforit Mocking Jay</a:t>
            </a:r>
          </a:p>
        </p:txBody>
      </p:sp>
      <p:sp>
        <p:nvSpPr>
          <p:cNvPr id="30" name="textruta 29">
            <a:extLst>
              <a:ext uri="{FF2B5EF4-FFF2-40B4-BE49-F238E27FC236}">
                <a16:creationId xmlns:a16="http://schemas.microsoft.com/office/drawing/2014/main" id="{A41B85EC-0BBE-5809-2C5E-93162DAE762F}"/>
              </a:ext>
            </a:extLst>
          </p:cNvPr>
          <p:cNvSpPr txBox="1"/>
          <p:nvPr/>
        </p:nvSpPr>
        <p:spPr>
          <a:xfrm>
            <a:off x="9295039" y="4863271"/>
            <a:ext cx="12458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SE26122/2016</a:t>
            </a:r>
          </a:p>
        </p:txBody>
      </p:sp>
    </p:spTree>
    <p:extLst>
      <p:ext uri="{BB962C8B-B14F-4D97-AF65-F5344CB8AC3E}">
        <p14:creationId xmlns:p14="http://schemas.microsoft.com/office/powerpoint/2010/main" val="3624383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</Words>
  <Application>Microsoft Macintosh PowerPoint</Application>
  <PresentationFormat>Bredbild</PresentationFormat>
  <Paragraphs>13</Paragraphs>
  <Slides>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Office-tema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Samuel Pehrsson</dc:creator>
  <cp:lastModifiedBy>Samuel Pehrsson</cp:lastModifiedBy>
  <cp:revision>1</cp:revision>
  <dcterms:created xsi:type="dcterms:W3CDTF">2024-01-25T16:03:07Z</dcterms:created>
  <dcterms:modified xsi:type="dcterms:W3CDTF">2024-01-25T16:11:29Z</dcterms:modified>
</cp:coreProperties>
</file>